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288CCD-DAE7-54A6-7351-D136C8C7F3D7}" name="#PRISCILLA TAY TZE YEE#" initials="#TTY" userId="S::PRIS0035@e.ntu.edu.sg::2ee68c94-555f-4ca9-affe-2a0b716b26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/>
    <p:restoredTop sz="94684"/>
  </p:normalViewPr>
  <p:slideViewPr>
    <p:cSldViewPr snapToGrid="0">
      <p:cViewPr varScale="1">
        <p:scale>
          <a:sx n="104" d="100"/>
          <a:sy n="104" d="100"/>
        </p:scale>
        <p:origin x="224" y="24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69421-4049-3042-9136-456B2C3790D3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DE38D-FED7-4F4E-A340-30326CDD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DE38D-FED7-4F4E-A340-30326CDDF5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2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24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7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3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5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0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3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5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7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4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99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75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286B9-5521-F32B-82A3-12A50F56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64E9A2-D880-9745-E9B9-98D1347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ncient waterways of Mars could unlock the secrets of planet's past | Space">
            <a:extLst>
              <a:ext uri="{FF2B5EF4-FFF2-40B4-BE49-F238E27FC236}">
                <a16:creationId xmlns:a16="http://schemas.microsoft.com/office/drawing/2014/main" id="{B72D92B5-91B3-A7F7-8F96-BDC9B46749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1" r="9091"/>
          <a:stretch>
            <a:fillRect/>
          </a:stretch>
        </p:blipFill>
        <p:spPr>
          <a:xfrm>
            <a:off x="-4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6FF5B7D-EAC2-69CB-79DC-930F3CA10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C6CC2A-1826-40A8-BFAA-0680AE3A8104}"/>
              </a:ext>
            </a:extLst>
          </p:cNvPr>
          <p:cNvSpPr txBox="1"/>
          <p:nvPr/>
        </p:nvSpPr>
        <p:spPr>
          <a:xfrm>
            <a:off x="119165" y="3210890"/>
            <a:ext cx="577735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 rtl="0">
              <a:spcAft>
                <a:spcPts val="1200"/>
              </a:spcAft>
              <a:buNone/>
            </a:pPr>
            <a:r>
              <a:rPr lang="en-SG" sz="2000" b="1" i="1" u="sng" dirty="0">
                <a:effectLst/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Current State of Validation/Assessment of Models</a:t>
            </a:r>
          </a:p>
          <a:p>
            <a:pPr marL="342900" indent="-342900" rtl="0">
              <a:spcAft>
                <a:spcPts val="1200"/>
              </a:spcAft>
              <a:buFont typeface="Wingdings" pitchFamily="2" charset="2"/>
              <a:buChar char="§"/>
            </a:pPr>
            <a:r>
              <a:rPr lang="en-SG" sz="2000" dirty="0">
                <a:effectLst/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The Space Weather </a:t>
            </a:r>
            <a:r>
              <a:rPr lang="en-SG" sz="2000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c</a:t>
            </a:r>
            <a:r>
              <a:rPr lang="en-SG" sz="2000" dirty="0">
                <a:effectLst/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ommunity’s great</a:t>
            </a:r>
            <a:r>
              <a:rPr lang="en-SG" sz="2000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emphasis on traditional point-by-point metrics</a:t>
            </a:r>
          </a:p>
          <a:p>
            <a:pPr marL="342900" indent="-342900" rtl="0">
              <a:spcAft>
                <a:spcPts val="1200"/>
              </a:spcAft>
              <a:buFont typeface="Wingdings" pitchFamily="2" charset="2"/>
              <a:buChar char="§"/>
            </a:pPr>
            <a:r>
              <a:rPr lang="en-SG" sz="2000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Insufficient assumption that observations and predictions are always already temporally aligned</a:t>
            </a:r>
          </a:p>
          <a:p>
            <a:pPr marL="342900" indent="-342900" rtl="0">
              <a:spcAft>
                <a:spcPts val="1200"/>
              </a:spcAft>
              <a:buFont typeface="Wingdings" pitchFamily="2" charset="2"/>
              <a:buChar char="§"/>
            </a:pPr>
            <a:r>
              <a:rPr lang="en-SG" sz="2000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We also need</a:t>
            </a:r>
            <a:r>
              <a:rPr lang="en-SG" sz="2000" dirty="0">
                <a:effectLst/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to account for time offsets </a:t>
            </a:r>
            <a:r>
              <a:rPr lang="en-SG" sz="2000" b="1" i="1" dirty="0">
                <a:effectLst/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and</a:t>
            </a:r>
            <a:r>
              <a:rPr lang="en-SG" sz="2000" dirty="0">
                <a:effectLst/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find the right balance of metrics</a:t>
            </a:r>
          </a:p>
          <a:p>
            <a:pPr marL="342900" indent="-342900" rtl="0">
              <a:spcAft>
                <a:spcPts val="1200"/>
              </a:spcAft>
              <a:buFont typeface="Wingdings" pitchFamily="2" charset="2"/>
              <a:buChar char="§"/>
            </a:pPr>
            <a:r>
              <a:rPr lang="en-SG" sz="2000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To our knowledge, only one known validation metric: </a:t>
            </a:r>
            <a:r>
              <a:rPr lang="en-SG" sz="2000" b="1" i="1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Dynamic Time Warping (DTW)</a:t>
            </a:r>
            <a:endParaRPr lang="en-SG" sz="2000" b="1" i="1" dirty="0">
              <a:effectLst/>
              <a:latin typeface="Times New Roman" panose="02020603050405020304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  <a:p>
            <a:pPr marL="342900" indent="-342900" rtl="0">
              <a:spcAft>
                <a:spcPts val="1200"/>
              </a:spcAft>
              <a:buFont typeface="Wingdings" pitchFamily="2" charset="2"/>
              <a:buChar char="§"/>
            </a:pPr>
            <a:endParaRPr lang="en-SG" sz="2000" b="1" dirty="0">
              <a:solidFill>
                <a:schemeClr val="bg1"/>
              </a:solidFill>
              <a:effectLst/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buNone/>
            </a:pPr>
            <a:br>
              <a:rPr lang="en-SG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br>
              <a:rPr lang="en-SG" dirty="0"/>
            </a:b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D36B3F-61E0-A2CF-5CFD-A73341D7D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36" y="1532446"/>
            <a:ext cx="6041222" cy="21384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4BFE38-A66A-A672-AC8C-A9C938966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087" y="4166017"/>
            <a:ext cx="6063626" cy="2281991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9348556-8E94-9956-7B6B-6C4E5EC89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137372" y="2380044"/>
            <a:ext cx="10304840" cy="1290807"/>
          </a:xfrm>
        </p:spPr>
        <p:txBody>
          <a:bodyPr anchor="ctr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Priscilla Tay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CD7B91-5534-4CFD-20BC-F29C1BCAE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595" y="150920"/>
            <a:ext cx="11504781" cy="97613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SG" sz="2700" u="sng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Modelling of upstream Solar Wind and IMF conditions at Mars: </a:t>
            </a:r>
            <a:br>
              <a:rPr lang="en-SG" sz="2700" b="0" u="sng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</a:br>
            <a:r>
              <a:rPr lang="en-SG" sz="2700" u="sng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 Data-Model comparison between MAVEN and the SWMF </a:t>
            </a:r>
            <a:r>
              <a:rPr lang="en-SG" sz="2700" u="sng" dirty="0" err="1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AWSoM</a:t>
            </a:r>
            <a:r>
              <a:rPr lang="en-SG" sz="2700" u="sng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 model</a:t>
            </a:r>
            <a:br>
              <a:rPr lang="en-SG" sz="2400" b="0" u="sng" dirty="0"/>
            </a:br>
            <a:br>
              <a:rPr lang="en-SG" sz="2400" u="sng" dirty="0"/>
            </a:br>
            <a:br>
              <a:rPr lang="en-SG" sz="2400" u="sng" dirty="0"/>
            </a:br>
            <a:endParaRPr lang="en-US" sz="2400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6393F4-FD7B-F9BA-C789-B3493EB2AF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612" t="26540" r="18617" b="24085"/>
          <a:stretch>
            <a:fillRect/>
          </a:stretch>
        </p:blipFill>
        <p:spPr>
          <a:xfrm>
            <a:off x="2285999" y="1138731"/>
            <a:ext cx="1458098" cy="1779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84D056-2747-2B8F-8E84-67F685AE2EDD}"/>
              </a:ext>
            </a:extLst>
          </p:cNvPr>
          <p:cNvSpPr txBox="1"/>
          <p:nvPr/>
        </p:nvSpPr>
        <p:spPr>
          <a:xfrm>
            <a:off x="6015684" y="3670851"/>
            <a:ext cx="6370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i="1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CR2234 Velocity (km/s) Time Warping Connections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137503-E9C6-A9A1-B5EA-59CE8E4C67E1}"/>
              </a:ext>
            </a:extLst>
          </p:cNvPr>
          <p:cNvSpPr txBox="1"/>
          <p:nvPr/>
        </p:nvSpPr>
        <p:spPr>
          <a:xfrm>
            <a:off x="5568036" y="6459683"/>
            <a:ext cx="7265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i="1" dirty="0"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CR2235 Velocity (km/s) Time Warping Connections</a:t>
            </a:r>
          </a:p>
        </p:txBody>
      </p:sp>
    </p:spTree>
    <p:extLst>
      <p:ext uri="{BB962C8B-B14F-4D97-AF65-F5344CB8AC3E}">
        <p14:creationId xmlns:p14="http://schemas.microsoft.com/office/powerpoint/2010/main" val="1955815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4208</TotalTime>
  <Words>110</Words>
  <Application>Microsoft Macintosh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Baskerville</vt:lpstr>
      <vt:lpstr>Neue Haas Grotesk Text Pro</vt:lpstr>
      <vt:lpstr>Times New Roman</vt:lpstr>
      <vt:lpstr>Wingdings</vt:lpstr>
      <vt:lpstr>VanillaVTI</vt:lpstr>
      <vt:lpstr>Modelling of upstream Solar Wind and IMF conditions at Mars:  A Data-Model comparison between MAVEN and the SWMF AWSoM model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#PRISCILLA TAY TZE YEE#</dc:creator>
  <cp:lastModifiedBy>#PRISCILLA TAY TZE YEE#</cp:lastModifiedBy>
  <cp:revision>22</cp:revision>
  <dcterms:created xsi:type="dcterms:W3CDTF">2026-07-27T11:14:40Z</dcterms:created>
  <dcterms:modified xsi:type="dcterms:W3CDTF">2026-08-20T05:10:04Z</dcterms:modified>
</cp:coreProperties>
</file>